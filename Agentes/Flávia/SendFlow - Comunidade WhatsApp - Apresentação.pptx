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Abertura. Objetivo: apresentar a proposta de comunidade de WhatsApp (SendFlow) e alinhar os próximos passos. Ponto central: SendFlow complementa o Octadesk, não o substitui.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Contextualizar a dor: outbound 1:1 em massa gera cansaço do cliente e risco de bloqueio do número. A proposta inverte a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Apresentar a ferramenta. Não entrar em detalhe técnico aqui — o essencial: é a única forma de operar grupos de WhatsApp (a API oficial do WhatsApp não faz grupos).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Ponto crítico pedido pelo Sérgio: contextualizar que a ferramenta nova não substitui o Octadesk. Número dedicado isola o risco — se bloquear, o atendimento segue intacto.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3 primeiros foram levantados pelo Sérgio; o 4º (remarketing orgânico) é o mais estratégico: vira uma camada de demanda constante, não um disparo pontual.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Funil limpo: grupo (conteúdo em escala) → interesse (levanta a mão) → privado (Octadesk) → vendedor → pedido. Cada etapa tem dono e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desenho conservador do piloto. Cadência baixa + grupo fechado + opt-in = menor taxa de denúncia = menor chance de bloqueio.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 transparente sobre o risco (API não oficial) e mostrar que há mitigação estruturada. O ponto 4 (co-admin) garante que, se bloquear, a comunidade é religada sem perder membros.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medição nasce junto. O opt-in automatizado resolve o elo fraco (vendedor esquecer de marcar origem). Painel: clique → conversa → venda.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operação não cria um canal novo para operar — cria uma camada que se auto-gerencia. Custo recorrente real = conteúdo + aprovação + venda (que já existe).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com o checklist acionável e a decisão. Sugerir 30 dias de piloto medindo clique → conversa → venda antes de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Comunidade WhatsApp Conamore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SendFlow + Octadesk: uma camada de demanda, não um substituto</a:t>
            </a:r>
          </a:p>
          <a:p>
            <a:r>
              <a:t>Flávia · Marketing · 31/08/2026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 do outbound 1:1 hoje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Hoje: Conamore → WhatsApp individual → cliente decide responder, ignorar ou bloquear</a:t>
            </a:r>
          </a:p>
          <a:p>
            <a:pPr/>
            <a:r>
              <a:rPr/>
              <a:t>Cada mensagem ignorada vira ruído; cada bloqueio penaliza o número</a:t>
            </a:r>
          </a:p>
          <a:p>
            <a:pPr/>
            <a:r>
              <a:rPr/>
              <a:t>Vendedores disparam em paralelo, sem cadência nem frequência controladas</a:t>
            </a:r>
          </a:p>
          <a:p>
            <a:pPr/>
            <a:r>
              <a:rPr/>
              <a:t>Resultado: busca ativa por quem quer comprar, em milhares de mensagens</a:t>
            </a:r>
          </a:p>
          <a:p>
            <a:pPr/>
            <a:r>
              <a:rPr/>
              <a:t>A virada: em vez de achar quem quer comprar, criar um ambiente onde o interessado levanta a mão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SendFlow: automação de grupos e comunidades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Plataforma de automação e gestão de grupos/comunidades de WhatsApp</a:t>
            </a:r>
          </a:p>
          <a:p>
            <a:pPr/>
            <a:r>
              <a:rPr/>
              <a:t>Disparos e agendamento automáticos, atendimento com IA, dashboards, anti-spam</a:t>
            </a:r>
          </a:p>
          <a:p>
            <a:pPr/>
            <a:r>
              <a:rPr/>
              <a:t>Grupo = ambiente opt-in, fechado, onde a Conamore publica com cadência controlada</a:t>
            </a:r>
          </a:p>
          <a:p>
            <a:pPr/>
            <a:r>
              <a:rPr/>
              <a:t>Tem API + webhooks (integra com Octadesk e RD de forma automática)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Integra, não substitui o Octadesk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Fluxo: grupo → interesse → link → Octadesk → vendedor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85216">
                <a:tc>
                  <a:txBody>
                    <a:bodyPr/>
                    <a:lstStyle/>
                    <a:p>
                      <a:r>
                        <a:t>Função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SendFlow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Octadesk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Papel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Mídia / comunidade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Atendimento / venda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Número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Dedicado (novo)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Atuais — não compartilhar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Objetivo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Gerar demanda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Converter / atender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r>
                        <a:t>Risco de bloqueio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Isolado na comunidade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Protegido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comunidade: os 4 benefícios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1. Opt-in real — entra quem quer; filtra e qualifica a base</a:t>
            </a:r>
          </a:p>
          <a:p>
            <a:pPr/>
            <a:r>
              <a:rPr b="1"/>
              <a:t>2. Cliente controla o incômodo — silencia quando quiser (em vez de bloquear)</a:t>
            </a:r>
          </a:p>
          <a:p>
            <a:pPr/>
            <a:r>
              <a:rPr b="1"/>
              <a:t>3. Conamore controla a cadência — linha editorial centralizada (quantos posts, quais, quando)</a:t>
            </a:r>
          </a:p>
          <a:p>
            <a:pPr/>
            <a:r>
              <a:rPr b="1"/>
              <a:t>4. Remarketing orgânico — mantém o hotel/pousada "quente" até o momento da compra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funil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194560"/>
            <a:ext cx="2103120" cy="146304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194560"/>
            <a:ext cx="2103120" cy="1463040"/>
          </a:xfrm>
          <a:prstGeom prst="roundRect">
            <a:avLst/>
          </a:prstGeom>
          <a:solidFill>
            <a:srgbClr val="1D4ED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INTERESSE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212080" y="2194560"/>
            <a:ext cx="2103120" cy="1463040"/>
          </a:xfrm>
          <a:prstGeom prst="roundRect">
            <a:avLst/>
          </a:prstGeom>
          <a:solidFill>
            <a:srgbClr val="0F766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PRIVADO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194560"/>
            <a:ext cx="2103120" cy="1463040"/>
          </a:xfrm>
          <a:prstGeom prst="roundRect">
            <a:avLst/>
          </a:prstGeom>
          <a:solidFill>
            <a:srgbClr val="1F29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VENDEDOR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2194560"/>
            <a:ext cx="1737360" cy="1463040"/>
          </a:xfrm>
          <a:prstGeom prst="roundRect">
            <a:avLst/>
          </a:prstGeom>
          <a:solidFill>
            <a:srgbClr val="1118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FFFFFF"/>
                </a:solidFill>
              </a:rPr>
              <a:t>PEDIDO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1247120" cy="822960"/>
          </a:xfrm>
          <a:prstGeom prst="rect">
            <a:avLst/>
          </a:prstGeom>
          <a:solidFill>
            <a:srgbClr val="F3F4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>
                <a:solidFill>
                  <a:srgbClr val="111827"/>
                </a:solidFill>
              </a:rPr>
              <a:t>conteúdo em escala  →  cliente levanta a mão  →  Octadesk (1:1)  →  atendimento  →  ERP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desenho do 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Entrada 100% voluntária (opt-in registrado)</a:t>
            </a:r>
          </a:p>
          <a:p>
            <a:pPr/>
            <a:r>
              <a:rPr/>
              <a:t>Grupo fechado: somente administradores publicam</a:t>
            </a:r>
          </a:p>
          <a:p>
            <a:pPr/>
            <a:r>
              <a:rPr/>
              <a:t>2–3 posts/semana (máximo 1 por dia por grupo)</a:t>
            </a:r>
          </a:p>
          <a:p>
            <a:pPr/>
            <a:r>
              <a:rPr/>
              <a:t>Mix de conteúdo: 70% valor / 20% produto / 10% oferta</a:t>
            </a:r>
          </a:p>
          <a:p>
            <a:pPr/>
            <a:r>
              <a:rPr/>
              <a:t>Horário comercial; grupos pequenos (~350 leads) para segurança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Risco e como mitigamos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Risco: SendFlow usa API não oficial → possibilidade de bloqueio do número</a:t>
            </a:r>
          </a:p>
          <a:p>
            <a:pPr lvl="1"/>
            <a:r>
              <a:rPr/>
              <a:t>Mitigação 1 — número 100% dedicado (isolamento do risco)</a:t>
            </a:r>
          </a:p>
          <a:p>
            <a:pPr lvl="1"/>
            <a:r>
              <a:rPr/>
              <a:t>Mitigação 2 — aquecimento (warm-up) nas primeiras semanas</a:t>
            </a:r>
          </a:p>
          <a:p>
            <a:pPr lvl="1"/>
            <a:r>
              <a:rPr/>
              <a:t>Mitigação 3 — cadência baixa + grupo fechado + opt-in</a:t>
            </a:r>
          </a:p>
          <a:p>
            <a:pPr lvl="1"/>
            <a:r>
              <a:rPr/>
              <a:t>Mitigação 4 — co-admin de resgate + backup semanal da base</a:t>
            </a:r>
          </a:p>
          <a:p>
            <a:pPr/>
            <a:r>
              <a:rPr/>
              <a:t>Conclusão: risco não zera, mas fica isolado, lento e reversível — aceitável para piloto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Como vamos medir (atribuição)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Opt-in automatizado (webhook + API) já cria o lead rastreado — sem depender do vendedor marcar origem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33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94360">
                <a:tc>
                  <a:txBody>
                    <a:bodyPr/>
                    <a:lstStyle/>
                    <a:p>
                      <a:r>
                        <a:t>Nível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 que mede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Fonte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1. Clique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cliques por post (função de demanda)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GA4 — link rastreável + UTM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2.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conversas com origem no grupo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RD Station — tag origem_sendflow_grupo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3. Venda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pedidos fechados da comunidade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ERP × contato RD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Operação: leve, quase toda automática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b="1"/>
              <a:t>Automático (Flávia + API/webhook):</a:t>
            </a:r>
          </a:p>
          <a:p>
            <a:pPr lvl="1"/>
            <a:r>
              <a:rPr/>
              <a:t>aprovação de entrada + tag no RD + contato no Octadesk</a:t>
            </a:r>
          </a:p>
          <a:p>
            <a:pPr lvl="1"/>
            <a:r>
              <a:rPr/>
              <a:t>agendamento e disparo de posts (com variação de texto)</a:t>
            </a:r>
          </a:p>
          <a:p>
            <a:pPr lvl="1"/>
            <a:r>
              <a:rPr/>
              <a:t>monitoramento diário + relatório semanal + backup</a:t>
            </a:r>
          </a:p>
          <a:p>
            <a:pPr/>
            <a:r>
              <a:rPr b="1"/>
              <a:t>Humano (mínimo):</a:t>
            </a:r>
          </a:p>
          <a:p>
            <a:pPr lvl="1"/>
            <a:r>
              <a:rPr/>
              <a:t>conteúdo: eu rascunho, Sérgio aprova (~1–2h/semana)</a:t>
            </a:r>
          </a:p>
          <a:p>
            <a:pPr lvl="1"/>
            <a:r>
              <a:rPr/>
              <a:t>atendimento/venda: vendedores (já fazem hoje)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Decidir o piloto (risco mitigado) — aguardando alinhamento</a:t>
            </a:r>
          </a:p>
          <a:p>
            <a:pPr/>
            <a:r>
              <a:rPr/>
              <a:t>API keys (SendFlow + Octadesk) + Matias (redirect / integração)</a:t>
            </a:r>
          </a:p>
          <a:p>
            <a:pPr/>
            <a:r>
              <a:rPr/>
              <a:t>Tag no RD + número dedicado + chip reserva (co-admin)</a:t>
            </a:r>
          </a:p>
          <a:p>
            <a:pPr/>
            <a:r>
              <a:rPr/>
              <a:t>Validar LGPD do opt-in com o Jurídico</a:t>
            </a:r>
          </a:p>
          <a:p>
            <a:pPr/>
            <a:r>
              <a:rPr/>
              <a:t>Lançar o 1º grupo (segmento piloto) e medir por 30 dias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