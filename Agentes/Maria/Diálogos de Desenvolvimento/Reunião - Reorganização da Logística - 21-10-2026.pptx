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4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960120"/>
            <a:ext cx="164592" cy="4480560"/>
          </a:xfrm>
          <a:prstGeom prst="rect">
            <a:avLst/>
          </a:prstGeom>
          <a:solidFill>
            <a:srgbClr val="CC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Reorganização da Logística</a:t>
            </a:r>
          </a:p>
          <a:p>
            <a:pPr>
              <a:spcBef>
                <a:spcPts val="1500"/>
              </a:spcBef>
              <a:defRPr sz="2500">
                <a:solidFill>
                  <a:srgbClr val="D2E1F0"/>
                </a:solidFill>
              </a:defRPr>
            </a:pPr>
            <a:r>
              <a:t>Reunião de trabalho com a equipe do pátio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Objetivo: transformar problemas percebidos em ações práticas, responsáveis e prazos.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Reunião conduzida por Sérgio | 21/10/2026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Por que estamos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O problema precisa sair da conversa e entrar na execução.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CC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A desorganização e a baixa clareza de papéis continuam afetando o pátio.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Precisamos ouvir quem executa o trabalho todos os dias.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A reunião deve terminar com prioridades, responsáveis, horários e evidências.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Não estamos buscando culpados; estamos construindo uma operação mais previsível.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Regras da conversa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Alta exigência com alto suporte.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2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Falar de fatos, processos e situações concretas — não de ataques pessoais.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Todos terão espaço para falar; não interromper e não monopolizar.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Toda reclamação deve, quando possível, vir acompanhada de uma proposta.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for decidido será testado, acompanhado e revisado.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Responsabilidade pela entrega continua existindo.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Como será a reunião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Duração estimada: 90 a 120 minutos.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27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Respostas individuais por escrito — 15 a 20 min.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Compartilhar e agrupar problemas — 25 a 30 min.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Priorizar e propor soluções — 25 a 35 min.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Clarificar funções, comando e prioridades — 10 a 15 min.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Fechar plano, compromissos e acompanhamento — 10 min.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Perguntas individuais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Responder primeiro por escrito, com sinceridade e objetividade.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CC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Qual é sua função e quais são suas principais responsabilidades?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está claro e o que gera dúvida no seu trabalho?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Quais são os três principais problemas da logística?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mais atrapalha ou faz você perder tempo?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você mudaria para melhorar a operação?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Existe alguma atividade sem responsável ou com pessoas demais?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você poderia fazer melhor para ajudar a equipe?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Se fosse responsável por um mês, quais seriam suas três primeiras mudanças?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Agrupar os problemas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Vamos identificar causas, não apenas sintomas.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27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Organização física: áreas, endereçamento, circulação e materiais fora de posição.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Processos: recebimento, separação, conferência e expedição.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Pessoas e papéis: atividades sem dono, sobreposição e substituições.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Comunicação: prioridades, imprevistos e passagem de informações.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Produtividade: esperas, retrabalho, atrasos e falta de medição.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Priorizar para agir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Escolher de três a cinco problemas de maior impacto.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2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Qual é a causa provável?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pode começar hoje?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Quem assume a ação?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Em qual horário ou prazo?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Qual evidência mostrará que foi concluída?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Que apoio ou autoridade é necessário?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Plano de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Nenhuma prioridade termina sem dono e prazo.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CC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Problema → ação concreta → responsável.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Definir horário ou frequência de execução.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Definir prazo e evidência de conclusão.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Registrar dependências e obstáculos.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Exemplos: quadro de prioridades, zonas identificadas, rotina de fechamento e medição do tempo por etapa.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Papéis e comando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A equipe precisa saber quem decide, quem executa e quem acompanha.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27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Quem define as prioridades do dia?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Quem substitui o responsável quando ele não está?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cada pessoa faz ao concluir uma tarefa?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Como são tratados os imprevistos?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Rogério será responsável por consolidar responsabilidades e substituições.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Rogério conduzirá o acompanhamento diário da execução.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Rotina após a reunião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O plano só funciona se virar hábito.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2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Diariamente: reunião operacional de aproximadamente 10 minutos, conduzida por Rogério.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Semanalmente: revisão do quadro de ações, prazos e desvios.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Em 15 dias: primeira avaliação da execução.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Em 30 dias: revisão de resultados e ajustes.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Entre 30 e 60 dias: avaliação de autonomia, liderança e resultados.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Como saberemos se melhorou?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Primeiro levantar a linha de base; depois definir metas.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27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Produtividade por etapa.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Tempo de ciclo.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Pedidos em atraso.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Retrabalho.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Mercadorias fora de posição.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Ações concluídas no prazo.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Iniciativas lideradas e acompanhadas por Rogério.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Compromisso de 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F69"/>
                </a:solidFill>
              </a:defRPr>
            </a:pPr>
            <a:r>
              <a:t>Cada participante sai com uma responsabilidade clara.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9728" cy="4480560"/>
          </a:xfrm>
          <a:prstGeom prst="rect">
            <a:avLst/>
          </a:prstGeom>
          <a:solidFill>
            <a:srgbClr val="CC7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O que será feito primeiro?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Quem será responsável?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Quando será executado?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Como será verificado?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Qual obstáculo precisa ser removido?</a:t>
            </a:r>
          </a:p>
          <a:p>
            <a:pPr>
              <a:spcAft>
                <a:spcPts val="1200"/>
              </a:spcAft>
              <a:defRPr sz="2100">
                <a:solidFill>
                  <a:srgbClr val="183453"/>
                </a:solidFill>
              </a:defRPr>
            </a:pPr>
            <a:r>
              <a:t>Rogério explicará como conduzirá a rotina e prestará contas à equipe.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4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2E1F0"/>
                </a:solidFill>
              </a:defRPr>
            </a:pPr>
            <a:r>
              <a:t>Mensagem final</a:t>
            </a:r>
          </a:p>
          <a:p>
            <a:pPr>
              <a:spcBef>
                <a:spcPts val="2800"/>
              </a:spcBef>
              <a:defRPr sz="2800" b="1">
                <a:solidFill>
                  <a:srgbClr val="FFFFFF"/>
                </a:solidFill>
              </a:defRPr>
            </a:pPr>
            <a:r>
              <a:t>“Eu não quero uma logística que funcione bem apenas quando estou acompanhando. Quero uma equipe organizada, com responsabilidades claras, capaz de identificar problemas e propor melhorias continuamente.”</a:t>
            </a:r>
          </a:p>
          <a:p>
            <a:pPr>
              <a:spcBef>
                <a:spcPts val="2800"/>
              </a:spcBef>
              <a:defRPr sz="2000">
                <a:solidFill>
                  <a:srgbClr val="D2E1F0"/>
                </a:solidFill>
              </a:defRPr>
            </a:pPr>
            <a:r>
              <a:t>A intervenção começa com a direção, mas a execução e a liderança cotidiana precisam permanecer na operação.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65976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F69"/>
                </a:solidFill>
              </a:defRPr>
            </a:pPr>
            <a:r>
              <a:t>Conamore — Reorganização da Logística |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